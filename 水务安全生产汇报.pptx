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457200" y="1097280"/>
            <a:ext cx="1828800" cy="457200"/>
          </a:xfrm>
          <a:prstGeom prst="wav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ave 3"/>
          <p:cNvSpPr/>
          <p:nvPr/>
        </p:nvSpPr>
        <p:spPr>
          <a:xfrm>
            <a:off x="731520" y="1097280"/>
            <a:ext cx="1828800" cy="457200"/>
          </a:xfrm>
          <a:prstGeom prst="wav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ave 4"/>
          <p:cNvSpPr/>
          <p:nvPr/>
        </p:nvSpPr>
        <p:spPr>
          <a:xfrm>
            <a:off x="1005840" y="1097280"/>
            <a:ext cx="1828800" cy="457200"/>
          </a:xfrm>
          <a:prstGeom prst="wav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699"/>
                </a:solidFill>
              </a:defRPr>
            </a:pPr>
            <a:r>
              <a:t>守牢安全底线 护航水务发展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水务安全生产工作汇报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01 切实加强水务安全生产工作的认识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02 水务安全生产现状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03 面临的形势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04 下一步重点工作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05 常见安全隐患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99"/>
                </a:solidFill>
              </a:defRPr>
            </a:pPr>
            <a:r>
              <a:t>切实加强水务安全生产工作的认识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书记关于安全生产重要论述核心要义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树牢红线意识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发展决不能以牺牲人的生命为代价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健全责任体系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党政同责、一岗双责、齐抓共管、失职追责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压实主体责任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安全投入、管理、培训、防护、应急五到位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创新监管方式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提升监管精准度和效能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构建长效机制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风险常态化管控、隐患动态化治理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强化责任担当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时时放心不下的责任感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核心法律法规与政策文件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6699"/>
                </a:solidFill>
              </a:rPr>
              <a:t>通用法规
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《安全生产法》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企业主体责任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政府监管职责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隐患排查治理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应急处置原则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790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水利专项法规
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《水法》《防洪法》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全生命周期安全管理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事前防控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过程控制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事后处置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371600"/>
            <a:ext cx="45720" cy="4572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水务安全生产目标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总体目标：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坚决杜绝重特大事故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遏制较大事故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减少一般事故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守牢安全底线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基本底线：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人员不伤亡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财产少损失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确保：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水利工程建设有序推进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水利设施安全稳定运行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99"/>
                </a:solidFill>
              </a:defRPr>
            </a:pPr>
            <a:r>
              <a:t>水务安全生产现状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2021-2023 年水利行业事故统计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474720" cy="2743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事故总数 (起)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286000"/>
            <a:ext cx="3474720" cy="2743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7432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1148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死亡人数 (人)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286000"/>
            <a:ext cx="3474720" cy="2743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7432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1148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受伤人数 (人)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3474720" cy="2743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9436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73152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建设项目事故占比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5486400"/>
            <a:ext cx="3474720" cy="2743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9436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73152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水库电站事故占比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水务安全生产四大特点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1️⃣ 风险点多面广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四大水系、1500 条河流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众多水库和水电站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安全监管覆盖范围广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2️⃣ 季节性风险突出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冬季：冰面安全、设施冻损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夏季：山洪、滑坡、河道行洪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3️⃣ 工程类型复杂多样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运行类 + 建设类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老旧改造 + 新建施工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4️⃣ 与生态安全紧密关联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京津唐重要水源地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影响生态环境和供水安全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已开展的安全生产工作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责任体系逐步完善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三管三必须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职责清单全覆盖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责任闭环管理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专项整治深入开展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治本攻坚三年行动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百日攻坚、冬春集中攻坚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常态化隐患排查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基础工作不断夯实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安全警示教育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业务培训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六项机制建设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应急预案体系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存在的主要问题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6699"/>
                </a:solidFill>
              </a:rPr>
              <a:t>监管层面四大短板
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责任传导上热下冷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协同管控合力不足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执法监管刚性不够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隐患识别能力偏弱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790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执行层面三大问题
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主体责任虚化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隐患排查整治不彻底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人员安全素养不足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371600"/>
            <a:ext cx="45720" cy="4572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99"/>
                </a:solidFill>
              </a:defRPr>
            </a:pPr>
            <a:r>
              <a:t>面临的形势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当前面临的严峻形势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📋 工作标准越来越严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国家考核由党中央组织实施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较大事故国务院安委办挂牌督办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严格追责问责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风险考验越来越大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极端天气趋多趋频趋强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降雨带北抬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安全与自然灾害风险交织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📈 事故发生概率增加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灾后重建项目集中开工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高危作业增多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施工人员流动性大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📢 舆情关注度不断提高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社会关注度高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易引发负面舆情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99"/>
                </a:solidFill>
              </a:defRPr>
            </a:pPr>
            <a:r>
              <a:t>下一步重点工作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下一步四项重点工作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1️⃣ 持续健全责任体系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动态调整职责清单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全链条、全流程、全覆盖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2️⃣ 持续深化专项整治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完成三年行动方案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拉网式、全覆盖排查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打非治违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3️⃣ 持续提升防控能力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六项机制建设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危险源辨识、风险研判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安全警示教育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4️⃣ 持续完善应急保障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修订应急预案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常态化应急演练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实战化检验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99"/>
                </a:solidFill>
              </a:defRPr>
            </a:pPr>
            <a:r>
              <a:t>常见安全隐患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水利工程施工环节六大安全隐患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现场管理不规范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无专项方案、不按方案施工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特种作业人员无证上岗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基坑、边坡、围堰风险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支护措施不到位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位移沉降监测缺失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高处作业与脚手架隐患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脚手架搭设不规范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安全带未系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施工用电不规范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三级配电两级保护未执行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电线破损、私拉乱接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起重机械及设备隐患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未检测验收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带病运行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🔴 消防安全管控不到位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动火作业无审批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消防器材缺失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水利设施运行环节五大安全隐患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🔵 水库、大坝安全隐患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坝体渗漏、管涌、裂缝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溢洪道堵塞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监测设施异常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🔵 水闸、泵站安全隐患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闸门变形、启闭失灵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机电设备老化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🔵 堤防、河道安全隐患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堤防塌陷、洞穴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河道淤积、行洪断面不足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违章侵占河道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🔵 供水、灌区工程隐患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管道破损渗漏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阀门计量设施失灵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🔵 管理与应急保障隐患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值班值守制度未落实</a:t>
            </a:r>
          </a:p>
          <a:p>
            <a:pPr lvl="1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- 应急物资不足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99"/>
                </a:solidFill>
              </a:defRPr>
            </a:pPr>
            <a:r>
              <a:t>水务安全生产汇报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安全生产重于泰山 责任落实贵在坚守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
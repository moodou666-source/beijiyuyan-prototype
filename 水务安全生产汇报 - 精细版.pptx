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25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25A90"/>
                </a:solidFill>
              </a:defRPr>
            </a:pPr>
            <a:r>
              <a:t>守牢安全底线 护航水务发展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E3E3E"/>
                </a:solidFill>
              </a:defRPr>
            </a:pPr>
            <a:r>
              <a:t>水务安全生产工作汇报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6583680"/>
            <a:ext cx="4876495" cy="27432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01 切实加强水务安全生产工作的认识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02 水务安全生产现状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03 面临的形势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04 下一步重点工作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05 常见安全隐患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5A90"/>
                </a:solidFill>
              </a:defRPr>
            </a:pPr>
            <a:r>
              <a:t>切实加强水务安全生产工作的认识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书记关于安全生产重要论述核心要义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一是树牢红线意识，坚守发展决不能以牺牲人的生命为代价这条不可逾越的底线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二是健全责任体系，严格落实党政同责、一岗双责、齐抓共管、失职追责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三是压实主体责任，督促生产经营单位履行安全生产法定职责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四是创新监管方式，加快推进安全监管改革，提升监管精准度和效能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五是构建长效机制，实现风险常态化管控、隐患动态化治理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六是强化责任担当，以时时放心不下的责任感抓细抓实安全生产各项工作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核心法律法规与政策文件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通用法规：《安全生产法》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明确了企业主体责任、政府监管职责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隐患排查治理和应急处置等基本原则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水利专项法规：《水法》《防洪法》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水利工程设计、施工、运行、维护全生命周期安全管理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强调事前防控、过程控制、事后处置的闭环管理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省市制度：《安全生产末端落实工作机制》等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要求更严、标准更高、落点更实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水务安全生产目标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总体目标：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坚决杜绝重特大事故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遏制较大事故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减少一般事故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守牢安全底线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基本底线：人员不伤亡、财产少损失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确保：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全市水利工程建设有序推进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各类水利设施安全稳定运行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5A90"/>
                </a:solidFill>
              </a:defRPr>
            </a:pPr>
            <a:r>
              <a:t>水务安全生产现状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2021-2023 年水利行业事故统计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103120"/>
            <a:ext cx="3200400" cy="2560320"/>
          </a:xfrm>
          <a:prstGeom prst="round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事故总数 (起)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03120"/>
            <a:ext cx="3200400" cy="2560320"/>
          </a:xfrm>
          <a:prstGeom prst="round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46888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65760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死亡人数 (人)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103120"/>
            <a:ext cx="3200400" cy="2560320"/>
          </a:xfrm>
          <a:prstGeom prst="round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46888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5760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受伤人数 (人)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029200"/>
            <a:ext cx="3200400" cy="2560320"/>
          </a:xfrm>
          <a:prstGeom prst="round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39496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58368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建设项目事故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5029200"/>
            <a:ext cx="3200400" cy="2560320"/>
          </a:xfrm>
          <a:prstGeom prst="round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539496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658368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水库电站事故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事故类型分布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水利建设项目事故 (68%)：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高处坠落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物体打击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溺水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机械伤害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水库及水电站运行事故 (22%)：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设施故障引发的溃坝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触电等事故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水务安全生产四大特点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一是风险点多面广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地处四河之源、两库上游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四大水系、1500 条河流、众多水库和水电站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安全监管覆盖范围广、难度大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二是季节性风险突出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冬季：冰面安全、设施冻损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夏季：山洪、滑坡、河道行洪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三是工程类型复杂多样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运行类 + 建设类，老旧改造 + 新建施工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四是与生态安全紧密关联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京津唐重要水源地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已开展的工作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一是安全生产责任体系逐步完善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严格落实三管三必须要求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制定职责清单和指导意见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构建责任闭环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二是专项整治行动深入开展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治本攻坚三年行动、百日攻坚等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常态化隐患排查、双盲抽查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三是安全生产基础工作不断夯实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安全警示教育和业务培训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推进六项机制建设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完善应急预案体系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存在的主要问题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监管层面四大短板：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责任传导上热下冷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协同管控合力不足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执法监管刚性不够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隐患识别能力偏弱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执行层面三大问题：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主体责任虚化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隐患排查整治不彻底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人员安全素养不足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5A90"/>
                </a:solidFill>
              </a:defRPr>
            </a:pPr>
            <a:r>
              <a:t>面临的形势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当前面临的严峻形势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工作标准越来越严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国家对省级考核由党中央组织实施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较大事故国务院安委办挂牌督办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风险考验越来越大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极端天气趋多趋频趋强趋广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安全与自然灾害风险交织叠加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事故发生概率增加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灾后重建、国债项目集中开工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高危作业增多、人员流动性大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舆情关注度不断提高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社会关注度高，易引发负面舆情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5A90"/>
                </a:solidFill>
              </a:defRPr>
            </a:pPr>
            <a:r>
              <a:t>下一步重点工作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下一步重点工作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一是持续健全责任体系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动态调整职责清单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构建全链条、全流程、全覆盖闭环管理体系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二是持续深化专项整治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完成三年行动方案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拉网式、全覆盖排查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打非治违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三是持续提升防控能力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推进六项机制建设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开展安全警示教育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四是持续完善应急保障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修订完善应急预案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常态化开展应急演练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5A90"/>
                </a:solidFill>
              </a:defRPr>
            </a:pPr>
            <a:r>
              <a:t>常见安全隐患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水利工程施工环节六大安全隐患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一、现场管理不规范 - 无专项方案、特种作业无证上岗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二、基坑边坡围堰风险 - 支护措施不到位、监测缺失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三、高处作业与脚手架隐患 - 搭设不规范、安全带未系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四、施工用电不规范 - 三级配电未执行、私拉乱接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五、起重机械及设备隐患 - 未检测验收、带病运行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六、消防安全管控不到位 - 动火无审批、器材缺失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水利设施运行环节五大安全隐患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一、水库大坝安全隐患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坝体渗漏、管涌、裂缝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溢洪道堵塞、监测设施异常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二、水闸泵站安全隐患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闸门变形、启闭失灵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机电设备老化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三、堤防河道安全隐患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堤防塌陷、洞穴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河道淤积、违章侵占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四、供水灌区工程隐患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管道破损、阀门失灵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五、管理与应急保障隐患</a:t>
            </a:r>
          </a:p>
          <a:p>
            <a:pPr>
              <a:spcAft>
                <a:spcPts val="800"/>
              </a:spcAft>
              <a:defRPr sz="1600">
                <a:solidFill>
                  <a:srgbClr val="3E3E3E"/>
                </a:solidFill>
              </a:defRPr>
            </a:pPr>
            <a:r>
              <a:t>- 值班值守未落实、应急物资不足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5A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安全生产重于泰山 责任落实贵在坚守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
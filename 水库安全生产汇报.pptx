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9376D"/>
                </a:solidFill>
                <a:latin typeface="微软雅黑"/>
              </a:rPr>
              <a:t>守牢安全底线 护航水务发展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05050"/>
                </a:solidFill>
                <a:latin typeface="微软雅黑"/>
              </a:rPr>
              <a:t>承德市水务局安全生产工作汇报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</a:rPr>
              <a:t>一、切实加强水务安全生产工作的认识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</a:rPr>
              <a:t>二、水务安全生产现状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</a:rPr>
              <a:t>三、面临的形势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</a:rPr>
              <a:t>四、下一步重点工作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微软雅黑"/>
              </a:rPr>
              <a:t>五、常见安全隐患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一、切实加强水务安全生产工作的认识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（一）书记关于安全生产重要论述核心要义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书记始终将安全生产作为极重的民生大事，纳入总体布局和战略布局统筹推进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核心要牢牢把握六个方面：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1. 树牢红线意识，坚守发展决不能以牺牲人的生命为代价这条不可逾越的底线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2. 健全责任体系，严格落实党政同责、一岗双责、齐抓共管、失职追责要求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3. 压实主体责任，做到安全投入、管理、培训、防护、应急五到位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4. 创新监管方式，提升监管精准度和效能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5. 构建长效机制，实现风险常态化管控、隐患动态化治理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6. 强化责任担当，以时时放心不下的责任感抓细抓实各项工作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（二）核心法律法规与政策文件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水务安全生产工作必须在法治框架下推进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通用层面：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• 《安全生产法》明确企业主体责任、政府监管职责、隐患排查治理和应急处置等基本原则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水利领域：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• 《水法》《防洪法》对水利工程设计、施工、运行、维护全生命周期安全管理作出规范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• 强调事前防控、过程控制、事后处置的闭环管理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省市制度：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• 《安全生产末端落实工作机制》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• 《安全生产违法行为行政处罚规定》等制度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（三）水务安全生产的目标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省水利厅总体目标：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坚决杜绝重特大事故，遏制较大事故，减少一般事故，守牢安全底线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我市水务安全生产工作更要聚焦实际、靶向发力：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牢牢守住人员不伤亡、财产少损失的基本底线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确保全市水利工程建设有序推进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确保各类水利设施安全稳定运行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00000"/>
                </a:solidFill>
                <a:latin typeface="微软雅黑"/>
              </a:rPr>
              <a:t>为全市经济社会发展提供坚实的水安全保障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二、水务安全生产现状 - 事故统计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微软雅黑"/>
              </a:rPr>
              <a:t>（一）事故统计数据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微软雅黑"/>
              </a:rPr>
              <a:t>从全国范围看，2021-2023 年水利行业共发生生产安全事故 136 起，造成 152 人死亡、28 人受伤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微软雅黑"/>
              </a:rPr>
              <a:t>其中：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微软雅黑"/>
              </a:rPr>
              <a:t>• 水利建设项目事故占比 68%，主要集中在高处坠落、物体打击、溺水、机械伤害等类型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微软雅黑"/>
              </a:rPr>
              <a:t>• 水库及水电站运行事故占比 22%，以设施故障引发的溃坝、触电等事故为主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微软雅黑"/>
              </a:rPr>
              <a:t>这些数据充分说明，水利行业安全生产风险依然突出，必须时刻绷紧安全这根弦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（二）安全生产特点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基于承德地理环境和水务工作实际，主要呈现四大特点：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一是风险点多面广。我市地处四河之源、两库上游，境内有滦河、潮白河等四大水系，1500 条河流、众多水库和水电站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二是季节性风险突出。冬季面临冰面安全和设施冻损风险；夏季汛期来临，山洪、滑坡、河道行洪等风险加剧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三是工程类型复杂多样。既有水库、水电站等运行类工程，又有河道治理、水利设施提质增效等建设类项目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四是与生态安全紧密关联。作为京津唐重要水源地，直接影响区域生态环境和供水安全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已开展的工作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一是安全生产责任体系逐步完善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严格落实三管三必须要求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制定领导干部安全生产职责清单、科室和单位职责清单、安全生产工作指导意见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构建从业务科室到局属单位、从监管单位到生产经营单位的责任闭环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二是专项整治行动深入开展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聚焦工程建设、运行管理等重点领域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持续开展治本攻坚三年行动、百日攻坚、冬春集中攻坚、常态化隐患排查、双盲抽查等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事故发生率呈稳中有降趋势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三是安全生产基础工作不断夯实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常态化开展安全警示教育和业务培训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推进水利安全生产风险管控六项机制建设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• 完善应急预案体系，组织开展应急演练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（四）存在的主要问题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监管层面存在四大短板：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1. 责任传导上热下冷。市局部署的安全要求在部分县级部门、基层水管单位落实不到位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2. 协同管控合力不足。市、县之间、科室之间联动机制不健全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3. 执法监管刚性不够。部分检查流于形式，多以整改代替处罚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4. 隐患识别能力偏弱。基层监管人员专业素养不足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执行层面存在三大问题：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1. 主体责任虚化。部分单位将安全管理视为附加任务，岗位责任未落实到人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2. 隐患排查整治不彻底。对排查出的问题整改不及时、不彻底，存在临时应付心态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微软雅黑"/>
              </a:rPr>
              <a:t>3. 人员安全素养不足。部分从业人员安全意识淡薄，违规操作现象时有发生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三、面临的形势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（一）工作标准越来越严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国家对省级的安全生产考核改为由党中央负责组织实施，考核规格、标准大幅提升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（二）风险考验越来越大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近年来，极端天气事件呈现趋多趋频趋强趋广态势，加之降雨带北抬，安全生产与自然灾害风险交织叠加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（三）事故发生概率增加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当前灾后重建、国债支持项目、全市重点水利工程集中开工，高边坡、深基坑等高危作业增多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（四）舆情关注度不断提高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微软雅黑"/>
              </a:rPr>
              <a:t>水务安全生产事关民生福祉，社会关注度高，一旦发生安全事故，易引发负面舆情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四、下一步重点工作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一是持续健全责任体系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动态调整职责清单，根据工作实际补充完善责任内容、明确责任边界，构建全链条、全流程、全覆盖的闭环管理体系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二是持续深化专项整治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完成《全市水利系统安全生产治本攻坚三年行动方案（2024-2026 年）》任务，对重点领域开展拉网式、全覆盖排查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三是持续提升防控能力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稳步推进水利安全生产风险管控六项机制建设，常态化开展安全警示教育和业务培训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四是持续完善应急保障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修订完善各类突发事件应急预案，组织常态化开展应急演练，通过实战化演练检验预案、锻炼队伍、提升能力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五、常见安全隐患 - 工程施工环节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（一）水利工程施工环节六大安全隐患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1. 现场管理不规范。无专项施工方案、不按方案施工、特种作业人员无证上岗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2. 基坑、边坡、围堰风险突出。边坡放坡不符合要求、支护措施不到位、基坑排水不通畅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3. 高处作业与脚手架、模板隐患。脚手架搭设不规范、模板支撑体系违规搭设、高处作业未系安全带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4. 施工用电不规范。电线破损拖地泡水私拉乱接、漏电保护器失效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5. 起重机械及施工设备隐患。未检测验收、限位装置失效、带病运行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微软雅黑"/>
              </a:rPr>
              <a:t>6. 消防安全管控不到位。易燃材料乱堆乱放、动火作业无审批、消防器材缺失失效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五、常见安全隐患 - 设施运行环节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（二）水利设施运行环节五大安全隐患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1. 水库、大坝安全隐患。坝体渗漏管涌裂缝滑坡、溢洪道堵塞、监测设施异常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2. 水闸、泵站安全隐患。闸门变形锈蚀启闭失灵、机电设备老化、违规操作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3. 堤防、河道安全隐患。堤防塌陷洞穴、河道淤积行洪断面不足、违章侵占河道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4. 供水、灌区工程安全隐患。管道破损渗漏、阀门失灵、水源地污染隐患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5. 管理与应急保障隐患。值班值守制度不落实、应急物资不足、应急演练流于形式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汇报完毕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FFFFFF"/>
                </a:solidFill>
                <a:latin typeface="微软雅黑"/>
              </a:rPr>
              <a:t>请各位领导批评指正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